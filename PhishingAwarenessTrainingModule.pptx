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9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046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314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8493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928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976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799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537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229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115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83155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6014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5706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8290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8184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597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967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91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642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058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639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483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1813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7010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0334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5177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3979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3322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64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3139" y="212154"/>
            <a:ext cx="393918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Phishing Awareness Training Module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373139" y="530349"/>
            <a:ext cx="4397648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Staying Safe from Phishing Attacks</a:t>
            </a:r>
            <a:endParaRPr lang="en-US" sz="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Phishing?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2373139" y="802258"/>
            <a:ext cx="4397648" cy="39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is a cyberattack where attackers impersonate trusted individuals, organizations, or websites to trick people into revealing sensitive information.</a:t>
            </a:r>
            <a:endParaRPr lang="en-US" sz="6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targets include passwords, banking details, company credentials, and personal data.</a:t>
            </a:r>
            <a:endParaRPr lang="en-US" sz="6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attacks commonly occur through emails, SMS messages, fake websites, phone calls, and social media.</a:t>
            </a:r>
            <a:endParaRPr lang="en-US" sz="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139" y="1242864"/>
            <a:ext cx="4397648" cy="40369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139" y="1709217"/>
            <a:ext cx="4397648" cy="4036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139" y="2175570"/>
            <a:ext cx="4397648" cy="40369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139" y="2641922"/>
            <a:ext cx="4397648" cy="40369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3139" y="3108275"/>
            <a:ext cx="4397648" cy="403696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3139" y="3574628"/>
            <a:ext cx="4397648" cy="403696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3139" y="4040981"/>
            <a:ext cx="4397648" cy="40369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3139" y="4507334"/>
            <a:ext cx="4397648" cy="403696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3139" y="4973687"/>
            <a:ext cx="4397648" cy="403696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3139" y="5440040"/>
            <a:ext cx="4397648" cy="403696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3139" y="5906393"/>
            <a:ext cx="4397648" cy="403696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3139" y="6372746"/>
            <a:ext cx="4397648" cy="403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5817543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Types of Phishing Attacks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Phishing – Fake emails impersonating legitimate organizations.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Spear Phishing – Targeted attacks aimed at specific individuals or departments.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Smishing – Phishing through SMS messages.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Vishing – Voice phishing conducted over phone calls.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Phishing – Legitimate emails copied and resent with malicious links or attachments.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560509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to Recognize Phishing Emails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sender addresses with slight spelling changes.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or threatening language demanding immediate action.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grammar, spelling mistakes, or awkward formatting.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attachments or suspicious links.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for sensitive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5006429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to Identify Fake Websites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incorrect or misspelled URLs.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for HTTPS security.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out for poor website design and broken images.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websites requesting sensitive information unnecessarily.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cautious of unrealistic offers or giveaways.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800299"/>
            <a:ext cx="443359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Engineering Tactics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494583"/>
            <a:ext cx="8063954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exploit trust, fear, urgency, curiosity, and authority.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tactics include impersonation, fear-based messaging, and reward scams.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 include fake IT support calls and fraudulent salary review emails.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800299"/>
            <a:ext cx="3680147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494583"/>
            <a:ext cx="8063954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Microsoft login pages designed to steal credentials.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fraud emails requesting urgent financial transfers.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delivery notifications containing malicious links.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530736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Practices to Avoid Phishing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before clicking links or downloading attachments.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senders through official communication channels.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Multi-Factor Authentication (MFA).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software and antivirus tools updated.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strong, unique passwords.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3669283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 Browsing Habits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URLs before entering credentials.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sensitive transactions on public Wi‑Fi.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software only from trusted sources.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oversharing on social media.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reliable VPN when using a public Wi-Fi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581739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To Do If You Suspect Phishing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click suspicious links.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Disconnect from the internet if malware is suspected.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passwords immediately.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activity to IT or security teams.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malware or antivirus scan.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48122"/>
            <a:ext cx="354330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Quiz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1742405"/>
            <a:ext cx="8063954" cy="2352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Which of the following is a common sign of a phishing email?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Answer: Urgent request for immediate action.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What should you do before clicking a link in an email?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Answer: Hover over the link to inspect the URL.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Which website is most likely legitimate?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Answer: https://www.amazon.com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What is social engineering?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Answer: Manipulating people into revealing sensitive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375990"/>
            <a:ext cx="4123581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Scenario-Based Activity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070274"/>
            <a:ext cx="8063954" cy="169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 You receive an email claiming your bank account will be suspended unless you verify your login credentials immediately.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Questions: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suspicious signs can you identify?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Should you click the link?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is the safest next step?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99443"/>
            <a:ext cx="354330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193727"/>
            <a:ext cx="8063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before trusting emails or websites.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cautious of urgency and fear tactics.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share passwords or OTPs through email or SMS.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MFA whenever possible.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activities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950690"/>
            <a:ext cx="354330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644973"/>
            <a:ext cx="8063954" cy="547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attacks continue to evolve, but awareness and cautious online behavior remain strong defenses.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awareness is everyone’s responsibility.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607</Words>
  <Application>Microsoft Office PowerPoint</Application>
  <PresentationFormat>On-screen Show (16:9)</PresentationFormat>
  <Paragraphs>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 Bold</vt:lpstr>
      <vt:lpstr>Century Gothic</vt:lpstr>
      <vt:lpstr>Inter</vt:lpstr>
      <vt:lpstr>Wingdings 3</vt:lpstr>
      <vt:lpstr>Arial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Bethel Amadi</cp:lastModifiedBy>
  <cp:revision>3</cp:revision>
  <dcterms:created xsi:type="dcterms:W3CDTF">2026-05-19T22:50:12Z</dcterms:created>
  <dcterms:modified xsi:type="dcterms:W3CDTF">2026-05-19T23:05:26Z</dcterms:modified>
</cp:coreProperties>
</file>